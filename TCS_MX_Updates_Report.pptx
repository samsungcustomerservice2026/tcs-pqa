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MX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Updates — June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24231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 · Galaxy Consultants · Leaderboard Fixes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Service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release delivers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MX role tabs: Engineers · Receptionists · Galaxy Consultants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Firestore database per role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Excel template + upload parser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manual dashboard winners (6 / 5 / 2 slots)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SBA ID leaderboard fix — saved winners now appear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PQA, TCS DA, TCS AV unchanged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MX — Three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portal, separate data &amp; scoring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91840" cy="420624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engineers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ENGINEER code, SSR, RRR90…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winners: Top 6 (all required)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unchanged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3291840" cy="420624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325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18745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tcs_mx_receptionists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GSPN 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Vote for Me, IQC, DRNPS, Exam, Co.A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up to 5 (partial 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188720"/>
            <a:ext cx="3291840" cy="420624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325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Consultants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18745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tcs_mx_galaxy_consultants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Galaxy consultant tickets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 + search + admin registry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up to 2 (partial OK)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Dashboard Winners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Dashboard Winners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417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 ID or Engineer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or clear 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51D2E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651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codes max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GSPN 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allowed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Consultants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886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codes max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86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allowed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fix: winner codes matched by SBA ID — dashboard loads config on every visit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Excel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Admin → TCS MX → Receptionists → Template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05156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TCS_MX_Receptionist_Score_Template_2026.xlsx  ·  Sheet: TCS MX Receptionist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| GSPN ID | ASC_Recep | ASC_CODE | ASC Name | Product | Vote for Me | IQC First Time Fail | DRNPS | Exam | Co.A | TCS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select Receptionists tab before clicking Template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GSPN ID is required for each receptionist record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uses dedicated parser — not the engineer Excel layout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in this release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051560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Receptionist template was downloading engineer file → role-aware template button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051560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Engineer winners saved in admin but empty on dashboard → SBA ID matching + public config 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1051560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815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Engineer monthly view regression → restored quarterly manual winner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1051560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50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Receptionist manual add duplicates → require GSPN ID, show full registry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709160"/>
            <a:ext cx="1051560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8188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receptionist delete errors → local-only remove for short IDs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234440"/>
            <a:ext cx="44805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417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TCS MX + role tab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/ Receptionists / Galaxy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1234440"/>
            <a:ext cx="44805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17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→ Upload → Registry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3429000"/>
            <a:ext cx="44805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611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Winners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· MX · Role · Codes → Save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3429000"/>
            <a:ext cx="44805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611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public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40690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refresh · Quarterly view · MX tab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NOT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guarantee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PQA MX and PQA CE — scoring, Excel, partner ranking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DA and TCS AV engineer workflows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KPI formula and tier badges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SCORA Challenge / Live Quiz modules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engineer Firestore records and winner doc format (Q1-2026-MX)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Engineers: 6 SBA IDs in Dashboard Winners → Q1 MX quarterly podium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Receptionists: download template → upload → search by GSPN ID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Galaxy: 1–2 winner codes → Top 2 on dashboard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PQA / DA / AV still work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Ctrl+Shift+R if cached old JavaScript bundle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MX — Ready for Production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receptionist &amp; galaxy collections · Configure winners per role · Monitor engineer leaderboard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3e985a2 ·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MX Updates — June 2026</dc:title>
  <dc:subject>PptxGenJS Presentation</dc:subject>
  <dc:creator>Samsung Service Operations</dc:creator>
  <cp:lastModifiedBy>Samsung Service Operations</cp:lastModifiedBy>
  <cp:revision>1</cp:revision>
  <dcterms:created xsi:type="dcterms:W3CDTF">2026-06-28T08:19:42Z</dcterms:created>
  <dcterms:modified xsi:type="dcterms:W3CDTF">2026-06-28T08:19:42Z</dcterms:modified>
</cp:coreProperties>
</file>