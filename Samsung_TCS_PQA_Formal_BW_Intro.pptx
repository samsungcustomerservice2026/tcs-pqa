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052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FA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PERFORMANCE PLATFORM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10515600" cy="4114800"/>
          </a:xfrm>
          <a:prstGeom prst="roundRect">
            <a:avLst>
              <a:gd name="adj" fmla="val 177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834640"/>
            <a:ext cx="9784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 </a:t>
            </a:r>
            <a:r>
              <a:rPr lang="en-US" sz="6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Scora</a:t>
            </a:r>
            <a:r>
              <a:rPr lang="en-US" sz="6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Platform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FA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PERFORMANCE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App Exists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solves three business needs.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8483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Unified Performance 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395728"/>
            <a:ext cx="31546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Collects MX, DA, AV and PQA operational data in one place, reducing dependency on scattered files and manual tracking.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9202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08483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Fair &amp; Clear Ranking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395728"/>
            <a:ext cx="31546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defined score logic and quarter scope so results are transparent, auditable, and trusted by management and engineers.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920240"/>
            <a:ext cx="3154680" cy="4114800"/>
          </a:xfrm>
          <a:prstGeom prst="roundRect">
            <a:avLst>
              <a:gd name="adj" fmla="val 1739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2084832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Fast Decisions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58200" y="2395728"/>
            <a:ext cx="2697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to publish winners quickly and gives engineers immediate visibility into their KPI profile.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FA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PERFORMANCE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Ranking System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rankings and tiers are interpreted in the platform.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8483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 Mechanics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395728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Rankings are calculated by product-specific score logic.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Quarter and year scope define the active ranking period.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Engineer search profile explains the KPI background of each score.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4937760" cy="4114800"/>
          </a:xfrm>
          <a:prstGeom prst="roundRect">
            <a:avLst>
              <a:gd name="adj" fmla="val 1333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08483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Framework (MX)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395728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Masters: 100–110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Diamond: 90–99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Platinum: 80–89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Gold: 70–79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Silver: 60–69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Bronze: below 60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DA/AV ranking is driven by Final Score and winner configuration.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FA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PERFORMANCE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App Works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flow from data upload to dashboard publishing.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10241280" cy="1005840"/>
          </a:xfrm>
          <a:prstGeom prst="roundRect">
            <a:avLst>
              <a:gd name="adj" fmla="val 5455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130552"/>
            <a:ext cx="9784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 — Data Upload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4414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uploads product templates (MX / DA / AV / PQA).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108960"/>
            <a:ext cx="10241280" cy="1005840"/>
          </a:xfrm>
          <a:prstGeom prst="roundRect">
            <a:avLst>
              <a:gd name="adj" fmla="val 5455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273552"/>
            <a:ext cx="9784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 — Mapping &amp; Scoring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5844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maps engineer code, ASC, SBA and computes score values per product logic.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251960"/>
            <a:ext cx="10241280" cy="1005840"/>
          </a:xfrm>
          <a:prstGeom prst="roundRect">
            <a:avLst>
              <a:gd name="adj" fmla="val 5455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416552"/>
            <a:ext cx="9784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 — Ranking &amp; Winners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7274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ranking is generated by product-quarter rules, with manual top-winner control when needed.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5394960"/>
            <a:ext cx="10241280" cy="6858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5559552"/>
            <a:ext cx="9784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 — Engineer Search &amp; Coaching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5870448"/>
            <a:ext cx="978408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 searches by code and sees KPI details, score context, and performance direction.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FA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PERFORMANCE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 Purpose In The App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engineer uses the platform to understand performance, not only final rank.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5212080" cy="4160520"/>
          </a:xfrm>
          <a:prstGeom prst="roundRect">
            <a:avLst>
              <a:gd name="adj" fmla="val 1319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8483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An Engineer Does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395728"/>
            <a:ext cx="47548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Search by engineer code.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Review personal KPI values and final score.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Compare against required standards.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Track monthly/quarterly progress.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Focus improvement actions before next cycle.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029200" cy="4160520"/>
          </a:xfrm>
          <a:prstGeom prst="roundRect">
            <a:avLst>
              <a:gd name="adj" fmla="val 1319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8483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Management Gains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395728"/>
            <a:ext cx="45720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Standardized performance conversation.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Faster identification of strengths and gaps.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Objective reward and recognition cycle.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Better coaching plans by KPI evidence.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FA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PERFORMANCE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/ AV KPI Criteria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DA/AV engineer search, the criteria focus is aligned to uploaded template.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5303520" cy="3931920"/>
          </a:xfrm>
          <a:prstGeom prst="roundRect">
            <a:avLst>
              <a:gd name="adj" fmla="val 1395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17627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Displayed DA/AV Criteria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487168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SSR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Chatbot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 Core Parts (VD)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Training Attendance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Linkage ratio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4800600" cy="3931920"/>
          </a:xfrm>
          <a:prstGeom prst="roundRect">
            <a:avLst>
              <a:gd name="adj" fmla="val 1395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176272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Source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487168"/>
            <a:ext cx="4343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Score is the main ranking score for DA/AV.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 code identifies the engineer.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SBA ID is the display identity on profile/dashboard.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FA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PERFORMANCE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Target: Healthy Competition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is designed to create performance momentum.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10469880" cy="118872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30552"/>
            <a:ext cx="10012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Competition Principle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44144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Competition is based on transparent KPI evidence and clear score logic, not subjective judgment.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33756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50215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Engineers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813048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Know what to improve.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Compete with clear rules.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 growth over time.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Earn recognition through measurable outcomes.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0215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Business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813048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Raises service quality consistency.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Drives accountability.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Increases engagement through visible progress.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Supports data-driven talent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FA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PERFORMANCE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&amp; Reliability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is built to reduce ambiguity and improve trust.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Standard upload templates enforce consistent KPI structure.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Product-specific parsing prevents cross-division mismatch.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Manual winner controls allow leadership-aligned publishing.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Engineer-code search gives traceable KPI evidence per person.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Dashboard communication becomes faster and clearer.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5577840"/>
            <a:ext cx="1033272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Result: One trusted performance language for engineers, operations, and leadership.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FA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PERFORMANCE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Samsung TCS/PQA platform operationalizes competition through transparent KPIs and clear ranking.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2194560"/>
            <a:ext cx="10241280" cy="3474720"/>
          </a:xfrm>
          <a:prstGeom prst="roundRect">
            <a:avLst>
              <a:gd name="adj" fmla="val 2105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43200"/>
            <a:ext cx="9966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 Fairly.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Compete Clearly.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Improve Continuously.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682</Words>
  <Application>Microsoft Office PowerPoint</Application>
  <PresentationFormat>Widescreen</PresentationFormat>
  <Paragraphs>116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Samsung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Samsung TCS/PQA Formal Introduction</dc:title>
  <dc:subject>TCS/PQA Platform Introduction</dc:subject>
  <dc:creator>Samsung Customer Service</dc:creator>
  <cp:lastModifiedBy>Fawzy Maher</cp:lastModifiedBy>
  <cp:revision>2</cp:revision>
  <dcterms:created xsi:type="dcterms:W3CDTF">2026-05-01T20:58:09Z</dcterms:created>
  <dcterms:modified xsi:type="dcterms:W3CDTF">2026-05-01T21:34:02Z</dcterms:modified>
</cp:coreProperties>
</file>