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User Training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9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· Profile · Technical Tips · Reading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Engineers / ASC staff (GSPN accounts)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97280" cy="54864"/>
          </a:xfrm>
          <a:prstGeom prst="rect">
            <a:avLst/>
          </a:prstGeom>
          <a:solidFill>
            <a:srgbClr val="00A9E0"/>
          </a:solidFill>
          <a:ln w="12700">
            <a:solidFill>
              <a:srgbClr val="00A9E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app (Gateway)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SCORA website (or localhost:3000 in training).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land on System Gateway → Select Portal.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(top right) — employee login &amp; signup.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TCS Portal / PQA Portal — engineer &amp; service center tools.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(bottom left) — tap to open assistant (does not auto-open).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— Select Portal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13-gateway-select-por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here every day: choose portal or Sign 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account (first time)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SIGN IN → open SIGN UP tab.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fields in order: GSPN user ID → Email → Phone → Product line → Password.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line: MX or CE (DA &amp; AV).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CREATE ACCOUNT.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up form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15-employee-signup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GSPN user ID must be entered first.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(returning users)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SIGN IN → stay on LOG IN tab.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GSPN user ID or email + password.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LOG IN — your name appears in the header.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form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14-employee-login-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GSPN ID or the email you signed up with.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profile &amp; My Knowledge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GOGO: tap GOGO → use My Knowledge / Open consultant chips.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header: Sign in → open My Knowledge (employee dashboard).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profile card, required consultants, tabs: Pending · Passed · Search KPIs · Account.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assistant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3-gogo-chat-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helps navigate — chat opens only when you tap.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Knowledge — employee dashboard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1-employee-dashboard-knowle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tips appear under Pending.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tips — how to complete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 tip card and read content / attachments.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Active time timer (e.g. 02:15 / 05:00).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on the page until required time is reached.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Complete when available.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reading time (Min dwell)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Concept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 dwell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 active reading time set by admin (often 5 min)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counted while you keep the tip open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Mandatory tip for your product line / target group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restarting from zero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leave before finishing, the app tries to resume your last attempt.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usually do NOT restart from 00:00.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force-finish too early, reopen and finish remaining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tip tab open — long away periods may pause progress.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GOGO for tips &amp; navigation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GOGO → opens chat.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chat → GOGO stays as full-body helper on portal pages.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Chip: My Knowledge → employee dashboard (after login).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Chip: Open consultant → opens related tip if announced.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is hidden on My Knowledge / tip viewer for readability.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peek (optional)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4-gogo-peek-s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GOGO stays visible on gateway pages when chat is closed.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troubleshooting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to try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Can't create account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 Email/Password Auth; ask admin about Firestore rules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GSPN not found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signup email, or Sign up first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Tip won't 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Stay until Active time ≥ required time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Lost progress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Re-open same tip — progress often resumes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Can't see tip text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My Knowledge (GOGO hidden there)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End-of-training checklist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open the Gateway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Sign up / Log in with GSPN + email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open My Knowledge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understand Pending / Passed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know Active time / Min dwell and why I must keep the tip open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know progress can resume so I don't always restart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open GOGO and use My Knowledge chip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SCORA User Training</dc:title>
  <dc:subject>Employee login, My Knowledge, technical tips</dc:subject>
  <dc:creator>Samsung EG SCORA</dc:creator>
  <cp:lastModifiedBy>Samsung EG SCORA</cp:lastModifiedBy>
  <cp:revision>1</cp:revision>
  <dcterms:created xsi:type="dcterms:W3CDTF">2026-08-23T14:18:04Z</dcterms:created>
  <dcterms:modified xsi:type="dcterms:W3CDTF">2026-08-23T14:18:04Z</dcterms:modified>
</cp:coreProperties>
</file>