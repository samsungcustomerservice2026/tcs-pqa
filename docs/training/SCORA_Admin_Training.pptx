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SCORA Admin Portal Training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23774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A9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walkthrough for trainer-led sessions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Audience: Super Admins / Operators · URL: /?portal=admin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097280" cy="54864"/>
          </a:xfrm>
          <a:prstGeom prst="rect">
            <a:avLst/>
          </a:prstGeom>
          <a:solidFill>
            <a:srgbClr val="00A9E0"/>
          </a:solidFill>
          <a:ln w="12700">
            <a:solidFill>
              <a:srgbClr val="00A9E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training (trainer prep)</a:t>
            </a:r>
            <a:endParaRPr lang="en-US" sz="2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4206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Item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 needed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Firebase Email/Password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Required for admin Auth login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FIREBASE_SERVICE_ACCOUNT_JSON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Required to create admins from app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Firestore rules published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Required for Survey / Feedback / Reports / Insights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Sample tip + employee account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 Knowledge Base live demo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20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login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http://localhost:3000/?portal=admin (or production URL).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TERMINAL LOGIN (Secure Gateway).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ID: admin email or username.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Token: password → Execute Initialization.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Emergency unlock removed — Firebase Auth required.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login</a:t>
            </a:r>
            <a:endParaRPr lang="en-US" sz="2200" dirty="0"/>
          </a:p>
        </p:txBody>
      </p:sp>
      <p:pic>
        <p:nvPicPr>
          <p:cNvPr id="3" name="Image 0" descr="F:\Samsung Tools\TCS\TCS full project\fawzy-project\docs\training\snaps\12-admin-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868680"/>
            <a:ext cx="8229600" cy="3977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48920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login you enter Command Center with the left sidebar.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Portal map (sidebar)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2804160"/>
                <a:gridCol w="2804160"/>
                <a:gridCol w="2804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Tab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Purpose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TCS / PQA data, Excel import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DISPLAY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Public toggles (survey, feedback, winners)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Voice of ASC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SURVEY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Samsung Academy survey analytics + export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Voice of ASC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FEEDBACK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Arabic feedback analytics + export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Learning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SCORA CHALLENGE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Quiz templates, live host, reports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Learning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KNOWLEDGE BASE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Technical tips for employees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Control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INSIGHTS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Engagement analytics + audit log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Control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SYSTEM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Admin accounts &amp; permissions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20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— Manage Accounts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admin: Full name, Username, Email (Firebase Auth), Password, Role.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environment scope + module permissions → Add admin.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Creating users needs Admin SDK (FIREBASE_SERVICE_ACCOUNT_JSON).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 / delete accounts; Jimmy / George appear after rules published.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Accounts</a:t>
            </a:r>
            <a:endParaRPr lang="en-US" sz="2200" dirty="0"/>
          </a:p>
        </p:txBody>
      </p:sp>
      <p:pic>
        <p:nvPicPr>
          <p:cNvPr id="3" name="Image 0" descr="F:\Samsung Tools\TCS\TCS full project\fawzy-project\docs\training\snaps\06-admin-manage-accoun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868680"/>
            <a:ext cx="8229600" cy="3977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48920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(Firebase Auth) field is required for new admins.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20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BASE — Technical tips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tips that appear in employee My Knowledge.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Min dwell (minutes) — required reading time (e.g. 5).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 product + Must complete for mandatory tips.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DRAFT → upload files → Publish &amp; Push.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Employees see pushed tips under Pending.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Base / Technical Consultants</a:t>
            </a:r>
            <a:endParaRPr lang="en-US" sz="2200" dirty="0"/>
          </a:p>
        </p:txBody>
      </p:sp>
      <p:pic>
        <p:nvPicPr>
          <p:cNvPr id="3" name="Image 0" descr="F:\Samsung Tools\TCS\TCS full project\fawzy-project\docs\training\snaps\10-admin-knowledge-bas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868680"/>
            <a:ext cx="8229600" cy="3977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48920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Pair with employee My Knowledge snap in live demo.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view — same tip as Pending</a:t>
            </a:r>
            <a:endParaRPr lang="en-US" sz="2200" dirty="0"/>
          </a:p>
        </p:txBody>
      </p:sp>
      <p:pic>
        <p:nvPicPr>
          <p:cNvPr id="3" name="Image 0" descr="F:\Samsung Tools\TCS\TCS full project\fawzy-project\docs\training\snaps\01-employee-dashboard-knowled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868680"/>
            <a:ext cx="8229600" cy="3977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48920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 both admin push and employee Pending in training.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20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SURVEY — Samsung Academy Survey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Filters: region / product / dates.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Refresh to reload responses.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Filtered Excel for offline review.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 public survey from Display if form is off.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Empty charts + permissions errors → publish Firestore rules.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Survey analysis</a:t>
            </a:r>
            <a:endParaRPr lang="en-US" sz="2200" dirty="0"/>
          </a:p>
        </p:txBody>
      </p:sp>
      <p:pic>
        <p:nvPicPr>
          <p:cNvPr id="3" name="Image 0" descr="F:\Samsung Tools\TCS\TCS full project\fawzy-project\docs\training\snaps\08-admin-surve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868680"/>
            <a:ext cx="8229600" cy="3977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48920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Voice of ASC → Survey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20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FEEDBACK — TCS Feedback Analysis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form is Arabic; admin UI is English.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Refresh / Export Filtered Excel.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 form under Display if visitors cannot submit.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Feedback analysis</a:t>
            </a:r>
            <a:endParaRPr lang="en-US" sz="2200" dirty="0"/>
          </a:p>
        </p:txBody>
      </p:sp>
      <p:pic>
        <p:nvPicPr>
          <p:cNvPr id="3" name="Image 0" descr="F:\Samsung Tools\TCS\TCS full project\fawzy-project\docs\training\snaps\07-admin-feedbac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868680"/>
            <a:ext cx="8229600" cy="3977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48920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Voice of ASC → Feedback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20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SCORA CHALLENGE — Live quiz &amp; reports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Templates — build / edit quiz templates.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— host game + QR / join link.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 — finished sessions and scores.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Logs — quiz activity history.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SCORA Reports / Live</a:t>
            </a:r>
            <a:endParaRPr lang="en-US" sz="2200" dirty="0"/>
          </a:p>
        </p:txBody>
      </p:sp>
      <p:pic>
        <p:nvPicPr>
          <p:cNvPr id="3" name="Image 0" descr="F:\Samsung Tools\TCS\TCS full project\fawzy-project\docs\training\snaps\09-admin-scora-repor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868680"/>
            <a:ext cx="8229600" cy="3977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48920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Demo: template → Live session → Reports for scores.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20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INSIGHTS — Engagement &amp; audit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Analytics (Excel) — visitor engagement.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Audit Log — admin action history.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Refresh if engagement data unavailable.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Insights</a:t>
            </a:r>
            <a:endParaRPr lang="en-US" sz="2200" dirty="0"/>
          </a:p>
        </p:txBody>
      </p:sp>
      <p:pic>
        <p:nvPicPr>
          <p:cNvPr id="3" name="Image 0" descr="F:\Samsung Tools\TCS\TCS full project\fawzy-project\docs\training\snaps\11-admin-insigh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868680"/>
            <a:ext cx="8229600" cy="3977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48920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→ Insights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20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&amp; DISPLAY (quick)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— import / maintain TCS &amp; PQA registries (Excel).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correct division (MX / DA / AV) and role tabs.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DISPLAY — toggle Academy Survey popup, Feedback promo, winners.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 Display toggles before asking visitors to submit forms.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vs Employee login</a:t>
            </a:r>
            <a:endParaRPr lang="en-US" sz="2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2804160"/>
                <a:gridCol w="2804160"/>
                <a:gridCol w="2804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Admin portal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Employee (GSPN)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/?portal=admin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Gateway Sign in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Admin email / username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GSPN or email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Purpose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Manage system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My Knowledge / tips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Suggested admin training agenda (45–60 min)</a:t>
            </a:r>
            <a:endParaRPr lang="en-US" sz="2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2804160"/>
                <a:gridCol w="2804160"/>
                <a:gridCol w="2804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Topic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Snap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 min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Login &amp; sidebar map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12-admin-login.png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 min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SYSTEM — add admin + roles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06-admin-manage-accounts.png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 min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Knowledge Base — Min dwell, Push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 + 01 employee dashboard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 min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Survey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08-admin-survey.png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 min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Feedback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07-admin-feedback.png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 min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SCORA Challenge Live + Reports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09-admin-scora-reports.png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 min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Insights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11-admin-insights.png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troubleshooting</a:t>
            </a:r>
            <a:endParaRPr lang="en-US" sz="2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2804160"/>
                <a:gridCol w="2804160"/>
                <a:gridCol w="2804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Symptom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Likely cause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Fix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Empty Survey / Feedback / Insights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isAdmin() blocked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Publish firestore.rules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SCORA Reports permission toast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Same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Publish rules; re-login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Can't Add Admin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service account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Set FIREBASE_SERVICE_ACCOUNT_JSON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Manage Accounts shows only you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admins list unreadable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Publish rules; migrate accounts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Employee can't Sign up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employee_index rules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Publish rules with public get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8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Trainer checklist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can log in without emergency unlock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shows accounts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 create tip with Min dwell and Push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sees tip in Pending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Survey / Feedback / Insights load (not permission-denied)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SCORA Reports opens finished sessions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Training deck includes snaps from docs/training/snaps/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SCORA Admin Portal Training</dc:title>
  <dc:subject>Admin login, Knowledge Base, surveys, SCORA Challenge</dc:subject>
  <dc:creator>Samsung EG SCORA</dc:creator>
  <cp:lastModifiedBy>Samsung EG SCORA</cp:lastModifiedBy>
  <cp:revision>1</cp:revision>
  <dcterms:created xsi:type="dcterms:W3CDTF">2026-08-23T14:18:04Z</dcterms:created>
  <dcterms:modified xsi:type="dcterms:W3CDTF">2026-08-23T14:18:04Z</dcterms:modified>
</cp:coreProperties>
</file>